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8" autoAdjust="0"/>
    <p:restoredTop sz="94660"/>
  </p:normalViewPr>
  <p:slideViewPr>
    <p:cSldViewPr snapToGrid="0">
      <p:cViewPr>
        <p:scale>
          <a:sx n="100" d="100"/>
          <a:sy n="100" d="100"/>
        </p:scale>
        <p:origin x="3126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072E-0CCB-899E-93A2-036A35966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C0839-C3CE-35ED-6D15-7241985F3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C3B0B-C8D3-031C-282B-690030BB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7E2F6-F4D8-D793-B995-67F4BADF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29B7-91CB-8777-514D-28F254DF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550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433A-EF9A-D9B4-BF1A-6F9C50A1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A756-7F27-6261-62A0-C70F3F987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A6FBC-9FE3-613F-2FC3-78C86B37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DCF3A-EA1C-FD85-1FCF-73545ADE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9B1B2-C6BB-19BA-7189-B847648F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337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8C7A-DE3F-B6DC-F55A-3009D4CE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26CCA-9133-C6AC-C042-432DF92A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B8CB6-BD49-A595-09C6-36F7622D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068E-702F-9156-8689-AB5CF7F8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09852-75B2-64AB-8CC1-582F918A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986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B3EF-6DCC-6599-BE52-606D0199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A9F7-350A-104A-573D-0744A9CCD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8B2DB-23ED-34B5-903C-2773476F8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92F4B-9FEB-124F-A229-5613A63F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02118-CB34-C5C3-B18D-05C22CBE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D6059-F3DD-54D7-BABE-258CE499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574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67BF-5F65-FF8A-7A82-E299283D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67957-4B33-370C-8CE7-7A3965B15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B005D-9621-0B5C-4648-3FF635C7E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4F1C5-F78C-C38B-3442-5CB580B6E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0C5DB-E541-F943-5F08-F55FFE95A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B4A7F-3854-EBF0-87EA-40EE10DB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6C54A-F1B4-9017-2298-D3B958BC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15DE5-5361-DAA9-42EC-2411E03D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74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9AF-2828-0AB4-573C-4C7983A1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B50DA-F026-84BB-193A-545F7F10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FCDD8-BA1C-9C8A-ABFD-FBA65DF8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37375-3DC9-6C7A-8D08-2B048C31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26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AAF98-6B79-807D-B1FE-8A0509DC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F166D-593B-A0E3-9124-AAD8B5C7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09113-738A-7A3D-5BD7-E8575F80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364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0236B-E72D-9512-8094-BCD48EF2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7EFD-8860-7BDE-A9E3-820808E4E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8E733-270D-324C-1CE6-731E84EE2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8CE05-F7CD-C4D2-FA10-BCEB52C5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626AF-B13C-604D-14B3-A8C32576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44EA2-E86E-5842-4E73-A38F0BA6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52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FA84-50B2-274B-6239-C4DFF23E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86E63-031E-EB84-E4FF-C54E9C35D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78FF8-7966-8A75-C814-C5675A850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87EAE-95FA-1827-D499-8D458945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A1F33-63F8-C856-686B-5FD2EC21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F4C23-3A07-DBA6-34CA-94DC9E9F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288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3D05-12E6-85DB-CDB4-A36B5678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E1451-699F-84B0-D14C-84D607026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B42E7-4D2B-548D-59BB-60A93F0E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0886-FA76-4BE5-BB49-AF7B9A88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87634-5FF5-45C4-BFCB-A33DF1E4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846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94E87-0131-1BD0-8336-DEE5AA67D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5FA4E-FA4A-E79B-A7E7-9E0A26314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59E7F-9BC3-B1B8-A765-35F5E735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26F4-A0CA-3049-BE82-6AD81527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5ADFF-A8F6-33A1-312C-363F4BF3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30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FA026-B2C7-BCBA-2FB5-2793B3A5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20131-3BD6-A8A7-A371-8B3AABA34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BA39-9300-B8B0-EB2B-6706E0E8C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16732-9410-4169-A458-81CFD87FBB6C}" type="datetimeFigureOut">
              <a:rPr lang="es-CO" smtClean="0"/>
              <a:t>25/09/2026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93DB2-3DA9-559A-368D-48D28CFDA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EFF7D-FB85-AA1E-1534-509210E93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4CA1C-20FD-4107-8A3F-4EC780DD79C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63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1670F1-7B33-907D-24D8-CC0F4140D1F1}"/>
              </a:ext>
            </a:extLst>
          </p:cNvPr>
          <p:cNvSpPr/>
          <p:nvPr/>
        </p:nvSpPr>
        <p:spPr>
          <a:xfrm>
            <a:off x="581024" y="4705350"/>
            <a:ext cx="8677275" cy="149542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1694A8-F76D-1D8E-AD87-C2850AF2A449}"/>
              </a:ext>
            </a:extLst>
          </p:cNvPr>
          <p:cNvSpPr/>
          <p:nvPr/>
        </p:nvSpPr>
        <p:spPr>
          <a:xfrm>
            <a:off x="581022" y="2583656"/>
            <a:ext cx="8677275" cy="14954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9CAEE5-1975-A967-0D56-7C17046A3B0B}"/>
              </a:ext>
            </a:extLst>
          </p:cNvPr>
          <p:cNvSpPr/>
          <p:nvPr/>
        </p:nvSpPr>
        <p:spPr>
          <a:xfrm>
            <a:off x="581023" y="461962"/>
            <a:ext cx="8677275" cy="14954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C500EF-25E8-94FF-F7F8-3BC60E961FB0}"/>
              </a:ext>
            </a:extLst>
          </p:cNvPr>
          <p:cNvSpPr/>
          <p:nvPr/>
        </p:nvSpPr>
        <p:spPr>
          <a:xfrm>
            <a:off x="1000125" y="4848224"/>
            <a:ext cx="1066800" cy="771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CC123-7B3C-45EA-3C49-8641517E5999}"/>
              </a:ext>
            </a:extLst>
          </p:cNvPr>
          <p:cNvSpPr/>
          <p:nvPr/>
        </p:nvSpPr>
        <p:spPr>
          <a:xfrm>
            <a:off x="2486026" y="4848224"/>
            <a:ext cx="1066800" cy="771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Discovery Job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2FC5C0-490B-A0BE-FD9D-DEEFD0283EA3}"/>
              </a:ext>
            </a:extLst>
          </p:cNvPr>
          <p:cNvSpPr/>
          <p:nvPr/>
        </p:nvSpPr>
        <p:spPr>
          <a:xfrm>
            <a:off x="3971927" y="4848223"/>
            <a:ext cx="1142998" cy="771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err="1"/>
              <a:t>Monitoring</a:t>
            </a:r>
            <a:r>
              <a:rPr lang="es-CO" sz="1600" dirty="0"/>
              <a:t> Job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4354E-EB50-642A-F513-7FBA74415E70}"/>
              </a:ext>
            </a:extLst>
          </p:cNvPr>
          <p:cNvSpPr/>
          <p:nvPr/>
        </p:nvSpPr>
        <p:spPr>
          <a:xfrm>
            <a:off x="5534025" y="4848222"/>
            <a:ext cx="1409703" cy="771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Jobs + / recuperación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E4264B-7788-74C5-0710-A7284AB65E97}"/>
              </a:ext>
            </a:extLst>
          </p:cNvPr>
          <p:cNvSpPr/>
          <p:nvPr/>
        </p:nvSpPr>
        <p:spPr>
          <a:xfrm>
            <a:off x="7362828" y="4848221"/>
            <a:ext cx="1066800" cy="771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err="1"/>
              <a:t>Report</a:t>
            </a:r>
            <a:r>
              <a:rPr lang="es-CO" sz="1600" dirty="0"/>
              <a:t> Job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A8CCD6B-CF5A-2856-01F6-D0B736C51CFE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 flipH="1" flipV="1">
            <a:off x="3038474" y="4114798"/>
            <a:ext cx="1" cy="3009901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8A2FCA-571F-FE75-475C-B8BBBD1D3146}"/>
              </a:ext>
            </a:extLst>
          </p:cNvPr>
          <p:cNvCxnSpPr>
            <a:stCxn id="9" idx="3"/>
          </p:cNvCxnSpPr>
          <p:nvPr/>
        </p:nvCxnSpPr>
        <p:spPr>
          <a:xfrm flipV="1">
            <a:off x="2066925" y="5233983"/>
            <a:ext cx="419101" cy="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7483FC5-8FDB-6BF8-88FB-E8F58F813DA1}"/>
              </a:ext>
            </a:extLst>
          </p:cNvPr>
          <p:cNvCxnSpPr>
            <a:cxnSpLocks/>
            <a:stCxn id="9" idx="2"/>
            <a:endCxn id="15" idx="2"/>
          </p:cNvCxnSpPr>
          <p:nvPr/>
        </p:nvCxnSpPr>
        <p:spPr>
          <a:xfrm rot="5400000" flipH="1" flipV="1">
            <a:off x="3886200" y="3267072"/>
            <a:ext cx="2" cy="4705352"/>
          </a:xfrm>
          <a:prstGeom prst="bentConnector3">
            <a:avLst>
              <a:gd name="adj1" fmla="val -1143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6B9F9A7-207B-49D7-ADC2-4C6559ED0B7B}"/>
              </a:ext>
            </a:extLst>
          </p:cNvPr>
          <p:cNvCxnSpPr>
            <a:cxnSpLocks/>
            <a:stCxn id="9" idx="2"/>
            <a:endCxn id="17" idx="2"/>
          </p:cNvCxnSpPr>
          <p:nvPr/>
        </p:nvCxnSpPr>
        <p:spPr>
          <a:xfrm rot="5400000" flipH="1" flipV="1">
            <a:off x="4714874" y="2438396"/>
            <a:ext cx="3" cy="6362703"/>
          </a:xfrm>
          <a:prstGeom prst="bentConnector3">
            <a:avLst>
              <a:gd name="adj1" fmla="val -762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6026611-01E0-086B-1EC6-0573C0E98157}"/>
              </a:ext>
            </a:extLst>
          </p:cNvPr>
          <p:cNvSpPr/>
          <p:nvPr/>
        </p:nvSpPr>
        <p:spPr>
          <a:xfrm>
            <a:off x="3267075" y="3138483"/>
            <a:ext cx="1066800" cy="3857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Motor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694EEC-72EF-5482-099B-1C437610F73A}"/>
              </a:ext>
            </a:extLst>
          </p:cNvPr>
          <p:cNvSpPr/>
          <p:nvPr/>
        </p:nvSpPr>
        <p:spPr>
          <a:xfrm>
            <a:off x="3267075" y="3595077"/>
            <a:ext cx="1066800" cy="3881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Baseline</a:t>
            </a:r>
            <a:endParaRPr lang="es-CO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B906B43-178E-7A9B-852A-87C7615597EE}"/>
              </a:ext>
            </a:extLst>
          </p:cNvPr>
          <p:cNvSpPr/>
          <p:nvPr/>
        </p:nvSpPr>
        <p:spPr>
          <a:xfrm>
            <a:off x="3267075" y="2694385"/>
            <a:ext cx="1066800" cy="3881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Grafana</a:t>
            </a:r>
            <a:endParaRPr lang="es-CO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F8842B-9A28-1237-0D2F-B9516E9534BC}"/>
              </a:ext>
            </a:extLst>
          </p:cNvPr>
          <p:cNvSpPr/>
          <p:nvPr/>
        </p:nvSpPr>
        <p:spPr>
          <a:xfrm>
            <a:off x="5534025" y="3145627"/>
            <a:ext cx="1238250" cy="3881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Agente IA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41334C-43C6-7165-0A0D-A7A2E471A69B}"/>
              </a:ext>
            </a:extLst>
          </p:cNvPr>
          <p:cNvSpPr/>
          <p:nvPr/>
        </p:nvSpPr>
        <p:spPr>
          <a:xfrm>
            <a:off x="1000125" y="2952745"/>
            <a:ext cx="1066800" cy="771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Tools </a:t>
            </a:r>
            <a:r>
              <a:rPr lang="es-CO" dirty="0" err="1"/>
              <a:t>layer</a:t>
            </a:r>
            <a:endParaRPr lang="es-CO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76B9CF-3B4F-7629-5BA6-EDF855ADADE9}"/>
              </a:ext>
            </a:extLst>
          </p:cNvPr>
          <p:cNvSpPr/>
          <p:nvPr/>
        </p:nvSpPr>
        <p:spPr>
          <a:xfrm>
            <a:off x="7766449" y="2953936"/>
            <a:ext cx="1066800" cy="771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GUI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6CEB0A6-D674-A4F1-DD20-82E156491ED7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4919660" y="4079081"/>
            <a:ext cx="2" cy="6262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914F15D8-203B-17F6-D22C-0171677B7AC1}"/>
              </a:ext>
            </a:extLst>
          </p:cNvPr>
          <p:cNvCxnSpPr>
            <a:cxnSpLocks/>
            <a:stCxn id="51" idx="3"/>
            <a:endCxn id="47" idx="1"/>
          </p:cNvCxnSpPr>
          <p:nvPr/>
        </p:nvCxnSpPr>
        <p:spPr>
          <a:xfrm flipV="1">
            <a:off x="2066925" y="2888457"/>
            <a:ext cx="1200150" cy="4500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F25FBF-0F82-6F70-694B-E637B865F65F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2066925" y="3331365"/>
            <a:ext cx="1200150" cy="714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FC8D528-7C6C-81CE-7F4B-BEB98C02FD9A}"/>
              </a:ext>
            </a:extLst>
          </p:cNvPr>
          <p:cNvCxnSpPr>
            <a:cxnSpLocks/>
            <a:stCxn id="51" idx="3"/>
            <a:endCxn id="45" idx="1"/>
          </p:cNvCxnSpPr>
          <p:nvPr/>
        </p:nvCxnSpPr>
        <p:spPr>
          <a:xfrm>
            <a:off x="2066925" y="3338508"/>
            <a:ext cx="1200150" cy="450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A9F08BD-5990-7580-DCCB-990AB1B717CB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4333875" y="3331365"/>
            <a:ext cx="1200150" cy="83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F23458A-2FD5-F62C-F774-FD78115168ED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 flipV="1">
            <a:off x="4333875" y="3339699"/>
            <a:ext cx="1200150" cy="4494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A4D809DB-C54E-C33B-4E63-26FE820AD955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>
            <a:off x="4333875" y="2888457"/>
            <a:ext cx="1200150" cy="4512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4FDA993-3A97-FEEC-495B-E352F96C8804}"/>
              </a:ext>
            </a:extLst>
          </p:cNvPr>
          <p:cNvCxnSpPr>
            <a:cxnSpLocks/>
            <a:stCxn id="53" idx="1"/>
            <a:endCxn id="49" idx="3"/>
          </p:cNvCxnSpPr>
          <p:nvPr/>
        </p:nvCxnSpPr>
        <p:spPr>
          <a:xfrm flipH="1">
            <a:off x="6772275" y="3339699"/>
            <a:ext cx="99417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6115145-FC5F-E52B-6152-4EB160C00296}"/>
              </a:ext>
            </a:extLst>
          </p:cNvPr>
          <p:cNvCxnSpPr>
            <a:cxnSpLocks/>
            <a:stCxn id="8" idx="1"/>
            <a:endCxn id="4" idx="1"/>
          </p:cNvCxnSpPr>
          <p:nvPr/>
        </p:nvCxnSpPr>
        <p:spPr>
          <a:xfrm rot="10800000" flipH="1" flipV="1">
            <a:off x="581022" y="1209675"/>
            <a:ext cx="1" cy="4243388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89D6F2A-A648-821F-68E1-6996C83BA1AF}"/>
              </a:ext>
            </a:extLst>
          </p:cNvPr>
          <p:cNvSpPr/>
          <p:nvPr/>
        </p:nvSpPr>
        <p:spPr>
          <a:xfrm>
            <a:off x="952495" y="823911"/>
            <a:ext cx="1066800" cy="77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GPC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F3B8500-9B32-6ED4-AE53-1562100DF5A3}"/>
              </a:ext>
            </a:extLst>
          </p:cNvPr>
          <p:cNvSpPr/>
          <p:nvPr/>
        </p:nvSpPr>
        <p:spPr>
          <a:xfrm>
            <a:off x="2324096" y="823911"/>
            <a:ext cx="1066800" cy="77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GPC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68E2276-A63F-64F6-6F42-6543F832841F}"/>
              </a:ext>
            </a:extLst>
          </p:cNvPr>
          <p:cNvSpPr/>
          <p:nvPr/>
        </p:nvSpPr>
        <p:spPr>
          <a:xfrm>
            <a:off x="3689753" y="823911"/>
            <a:ext cx="1066800" cy="77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Servidor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2EC317D-CE0E-871A-57E1-107A6355657F}"/>
              </a:ext>
            </a:extLst>
          </p:cNvPr>
          <p:cNvSpPr/>
          <p:nvPr/>
        </p:nvSpPr>
        <p:spPr>
          <a:xfrm>
            <a:off x="5067295" y="823911"/>
            <a:ext cx="1066800" cy="77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GPC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2ED1D6C-4E98-7EDE-8D46-6F9608D7031B}"/>
              </a:ext>
            </a:extLst>
          </p:cNvPr>
          <p:cNvSpPr/>
          <p:nvPr/>
        </p:nvSpPr>
        <p:spPr>
          <a:xfrm>
            <a:off x="6444837" y="823911"/>
            <a:ext cx="1066800" cy="77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GPC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7603A99-BCDF-71A3-1356-4E1270675684}"/>
              </a:ext>
            </a:extLst>
          </p:cNvPr>
          <p:cNvSpPr/>
          <p:nvPr/>
        </p:nvSpPr>
        <p:spPr>
          <a:xfrm>
            <a:off x="7820025" y="823911"/>
            <a:ext cx="1066800" cy="771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Attack</a:t>
            </a:r>
            <a:endParaRPr lang="es-CO" dirty="0"/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A75FA58E-7ED3-3723-74A9-48152C2128BD}"/>
              </a:ext>
            </a:extLst>
          </p:cNvPr>
          <p:cNvCxnSpPr>
            <a:cxnSpLocks/>
            <a:stCxn id="94" idx="2"/>
            <a:endCxn id="98" idx="2"/>
          </p:cNvCxnSpPr>
          <p:nvPr/>
        </p:nvCxnSpPr>
        <p:spPr>
          <a:xfrm rot="16200000" flipH="1">
            <a:off x="2854524" y="226807"/>
            <a:ext cx="12700" cy="273725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16E7C5F3-FB02-929E-539F-12394648B934}"/>
              </a:ext>
            </a:extLst>
          </p:cNvPr>
          <p:cNvCxnSpPr>
            <a:cxnSpLocks/>
            <a:stCxn id="96" idx="2"/>
            <a:endCxn id="98" idx="2"/>
          </p:cNvCxnSpPr>
          <p:nvPr/>
        </p:nvCxnSpPr>
        <p:spPr>
          <a:xfrm rot="16200000" flipH="1">
            <a:off x="3540324" y="912607"/>
            <a:ext cx="12700" cy="136565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48C839CC-9365-62EA-8768-65ACE2695E67}"/>
              </a:ext>
            </a:extLst>
          </p:cNvPr>
          <p:cNvCxnSpPr>
            <a:cxnSpLocks/>
            <a:stCxn id="100" idx="2"/>
            <a:endCxn id="98" idx="2"/>
          </p:cNvCxnSpPr>
          <p:nvPr/>
        </p:nvCxnSpPr>
        <p:spPr>
          <a:xfrm rot="5400000">
            <a:off x="4911924" y="906665"/>
            <a:ext cx="12700" cy="137754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E06623A2-8856-23A0-FF7D-B5CBECADB0BD}"/>
              </a:ext>
            </a:extLst>
          </p:cNvPr>
          <p:cNvCxnSpPr>
            <a:cxnSpLocks/>
            <a:stCxn id="102" idx="2"/>
            <a:endCxn id="100" idx="2"/>
          </p:cNvCxnSpPr>
          <p:nvPr/>
        </p:nvCxnSpPr>
        <p:spPr>
          <a:xfrm rot="5400000">
            <a:off x="6289466" y="906665"/>
            <a:ext cx="12700" cy="137754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5A1E1DA0-5E84-ACA0-D0B9-8C6199800B50}"/>
              </a:ext>
            </a:extLst>
          </p:cNvPr>
          <p:cNvCxnSpPr>
            <a:cxnSpLocks/>
            <a:stCxn id="104" idx="2"/>
            <a:endCxn id="98" idx="2"/>
          </p:cNvCxnSpPr>
          <p:nvPr/>
        </p:nvCxnSpPr>
        <p:spPr>
          <a:xfrm rot="5400000">
            <a:off x="6288289" y="-469700"/>
            <a:ext cx="12700" cy="413027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Users with solid fill">
            <a:extLst>
              <a:ext uri="{FF2B5EF4-FFF2-40B4-BE49-F238E27FC236}">
                <a16:creationId xmlns:a16="http://schemas.microsoft.com/office/drawing/2014/main" id="{D903E364-D405-0663-D18C-9A7A1CC75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8873" y="2700927"/>
            <a:ext cx="1260873" cy="1260873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6C2CA9F1-B9EE-8DC1-FE36-F53B5813D9AF}"/>
              </a:ext>
            </a:extLst>
          </p:cNvPr>
          <p:cNvSpPr txBox="1"/>
          <p:nvPr/>
        </p:nvSpPr>
        <p:spPr>
          <a:xfrm>
            <a:off x="9495837" y="3790926"/>
            <a:ext cx="226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dirty="0"/>
              <a:t>Usuario /</a:t>
            </a:r>
          </a:p>
          <a:p>
            <a:pPr algn="ctr"/>
            <a:r>
              <a:rPr lang="es-CO" sz="1800" dirty="0"/>
              <a:t>Equipo de seguridad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20A0834-F109-2453-7E81-41E7D16BA6E6}"/>
              </a:ext>
            </a:extLst>
          </p:cNvPr>
          <p:cNvCxnSpPr>
            <a:cxnSpLocks/>
            <a:stCxn id="53" idx="3"/>
            <a:endCxn id="121" idx="1"/>
          </p:cNvCxnSpPr>
          <p:nvPr/>
        </p:nvCxnSpPr>
        <p:spPr>
          <a:xfrm flipV="1">
            <a:off x="8833249" y="3331364"/>
            <a:ext cx="1165624" cy="833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D72D4657-E974-2EC9-B704-9F9AE81F64DA}"/>
              </a:ext>
            </a:extLst>
          </p:cNvPr>
          <p:cNvSpPr txBox="1"/>
          <p:nvPr/>
        </p:nvSpPr>
        <p:spPr>
          <a:xfrm>
            <a:off x="400052" y="6180413"/>
            <a:ext cx="226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dirty="0" err="1"/>
              <a:t>Kubernetes</a:t>
            </a:r>
            <a:endParaRPr lang="es-CO" sz="18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D2E2CE3-D3E6-2EF5-EF81-D70A7FEACFEE}"/>
              </a:ext>
            </a:extLst>
          </p:cNvPr>
          <p:cNvSpPr txBox="1"/>
          <p:nvPr/>
        </p:nvSpPr>
        <p:spPr>
          <a:xfrm>
            <a:off x="362532" y="4046088"/>
            <a:ext cx="226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i="1" dirty="0"/>
              <a:t>Sentinel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6C0C649-34A9-DA7C-02CB-B92D88276EFB}"/>
              </a:ext>
            </a:extLst>
          </p:cNvPr>
          <p:cNvSpPr txBox="1"/>
          <p:nvPr/>
        </p:nvSpPr>
        <p:spPr>
          <a:xfrm>
            <a:off x="400052" y="1933630"/>
            <a:ext cx="226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Contenedores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357886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33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Jhoseph Samirt Lizarazo Murcia</dc:creator>
  <cp:lastModifiedBy>Jhoseph Samirt Lizarazo Murcia</cp:lastModifiedBy>
  <cp:revision>4</cp:revision>
  <dcterms:created xsi:type="dcterms:W3CDTF">2026-09-26T02:44:39Z</dcterms:created>
  <dcterms:modified xsi:type="dcterms:W3CDTF">2026-09-26T03:38:49Z</dcterms:modified>
</cp:coreProperties>
</file>